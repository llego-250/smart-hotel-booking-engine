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027-a422-8483-8000-00009e48e35f.png?kimi-sig=OgIij3izvfW2AEjEYQ210Titn06whbLFNpm4l_phv-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033-fd12-88db-8000-0000af218543.png?kimi-sig=ePdn4yMviMsdbiE5Dyr0Tr2ONMKR7n_8WxBrwu9W06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034-58a2-8d57-8000-00005ae21f5f.png?kimi-sig=EZCOGl8eBfFeYGP04dLtwOKr6_NivVCbFmvZWrFAsE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031-f2e2-8ff5-8000-00002efb65c6.png?kimi-sig=_PaQXtQ0wROLzxHSLBzQvd5kPzqJbT2uWzt6ZVxH5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033-ce82-823c-8000-000048bf5d40.png?kimi-sig=Bov_n_nNF0VwyINA7-3rwmo1TfKG7Dqvt6kKbAroBc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03a-2322-8e9f-8000-0000bf4d6795.png?kimi-sig=w-KD3vc0KkPVX9jmypNjspx9xf8GR1SY-XBr5zFf7P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044-47d2-8750-8000-0000d3db3766.png?kimi-sig=wmpFBoUCdnzkBp36RTKpmyuwRd9egHaqGlrTAsLjga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047-ef42-83f1-8000-000054a6ecfb.png?kimi-sig=Qso1mgrjJ2gNR10xb_XpcEFkNNczrq2YJ3zJkxwTQv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043-f032-8868-8000-0000596969cc.png?kimi-sig=OFHB-YSm-sZGikUE-KIGeEAez4MUqVvxLa6PBx5d_R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048-ac02-8dc0-8000-0000da5776fe.png?kimi-sig=RketrhuZlfXlfvadiMeXhwy97d-kR-v3ZDxQa54Fly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045-3002-8f68-8000-000041604922.png?kimi-sig=yl8ImHfZA0NYgFZ3m4ixkojms9LpOUAhkhVOvghQ7-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055-dd42-8cf8-8000-0000738f1791.png?kimi-sig=1DxIUt100Uj0bY1UGQ6CnZp9QPvhuiAR67h_HHOG_e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Hotel Booking Engine</dc:title>
  <dc:subject>Smart Hotel Booking Engine</dc:subject>
  <dc:creator>Kimi</dc:creator>
  <cp:lastModifiedBy>Kimi</cp:lastModifiedBy>
  <cp:revision>1</cp:revision>
  <dcterms:created xsi:type="dcterms:W3CDTF">2025-12-13T09:27:49Z</dcterms:created>
  <dcterms:modified xsi:type="dcterms:W3CDTF">2025-12-13T09:27:49Z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{"Label":"Smart Hotel Booking Engine","ContentProducer":"001191110108MACG2KBH8F10000","ProduceID":"d4uiv5n37oq3p9eft8qg","ReservedCode1":"","ContentPropagator":"001191110108MACG2KBH8F20000","PropagateID":"d4uiv5n37oq3p9eft8qg","ReservedCode2":""}</vt:lpwstr>
  </property>
</Properties>
</file>